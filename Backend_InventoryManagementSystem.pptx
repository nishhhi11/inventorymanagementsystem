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55787" y="-8679707"/>
            <a:ext cx="10761489" cy="1076148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143126" y="9100065"/>
            <a:ext cx="8186810" cy="81868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91273" y="2958082"/>
            <a:ext cx="9797203" cy="437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8"/>
              </a:lnSpc>
            </a:pPr>
            <a:r>
              <a:rPr lang="en-US" sz="10400" b="true">
                <a:solidFill>
                  <a:srgbClr val="45A29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</a:t>
            </a:r>
            <a:r>
              <a:rPr lang="en-US" b="true" sz="10400">
                <a:solidFill>
                  <a:srgbClr val="45A29F"/>
                </a:solidFill>
                <a:latin typeface="Poppins Bold"/>
                <a:ea typeface="Poppins Bold"/>
                <a:cs typeface="Poppins Bold"/>
                <a:sym typeface="Poppins Bold"/>
              </a:rPr>
              <a:t> MANAGEMENT</a:t>
            </a:r>
          </a:p>
          <a:p>
            <a:pPr algn="l">
              <a:lnSpc>
                <a:spcPts val="11128"/>
              </a:lnSpc>
            </a:pPr>
            <a:r>
              <a:rPr lang="en-US" b="true" sz="10400">
                <a:solidFill>
                  <a:srgbClr val="45A29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732359" y="3173750"/>
            <a:ext cx="5008343" cy="4061311"/>
          </a:xfrm>
          <a:custGeom>
            <a:avLst/>
            <a:gdLst/>
            <a:ahLst/>
            <a:cxnLst/>
            <a:rect r="r" b="b" t="t" l="l"/>
            <a:pathLst>
              <a:path h="4061311" w="5008343">
                <a:moveTo>
                  <a:pt x="0" y="0"/>
                </a:moveTo>
                <a:lnTo>
                  <a:pt x="5008344" y="0"/>
                </a:lnTo>
                <a:lnTo>
                  <a:pt x="5008344" y="4061312"/>
                </a:lnTo>
                <a:lnTo>
                  <a:pt x="0" y="4061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1273" y="7329043"/>
            <a:ext cx="9182914" cy="53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9"/>
              </a:lnSpc>
            </a:pPr>
            <a:r>
              <a:rPr lang="en-US" sz="2599">
                <a:solidFill>
                  <a:srgbClr val="45A29F"/>
                </a:solidFill>
                <a:latin typeface="Poppins"/>
                <a:ea typeface="Poppins"/>
                <a:cs typeface="Poppins"/>
                <a:sym typeface="Poppins"/>
              </a:rPr>
              <a:t>A W</a:t>
            </a:r>
            <a:r>
              <a:rPr lang="en-US" sz="2599">
                <a:solidFill>
                  <a:srgbClr val="45A29F"/>
                </a:solidFill>
                <a:latin typeface="Poppins"/>
                <a:ea typeface="Poppins"/>
                <a:cs typeface="Poppins"/>
                <a:sym typeface="Poppins"/>
              </a:rPr>
              <a:t>eb-Based Inventory Management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1273" y="7877051"/>
            <a:ext cx="918291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45A29F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45A29F"/>
                </a:solidFill>
                <a:latin typeface="Poppins"/>
                <a:ea typeface="Poppins"/>
                <a:cs typeface="Poppins"/>
                <a:sym typeface="Poppins"/>
              </a:rPr>
              <a:t>NISHI CHOPDA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325529" y="-4221121"/>
            <a:ext cx="18729242" cy="1872924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1050095"/>
            <a:ext cx="8186810" cy="81868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09069" y="659055"/>
            <a:ext cx="7850231" cy="4484445"/>
          </a:xfrm>
          <a:custGeom>
            <a:avLst/>
            <a:gdLst/>
            <a:ahLst/>
            <a:cxnLst/>
            <a:rect r="r" b="b" t="t" l="l"/>
            <a:pathLst>
              <a:path h="4484445" w="7850231">
                <a:moveTo>
                  <a:pt x="0" y="0"/>
                </a:moveTo>
                <a:lnTo>
                  <a:pt x="7850231" y="0"/>
                </a:lnTo>
                <a:lnTo>
                  <a:pt x="7850231" y="4484445"/>
                </a:lnTo>
                <a:lnTo>
                  <a:pt x="0" y="4484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09069" y="5146952"/>
            <a:ext cx="7850231" cy="4544626"/>
          </a:xfrm>
          <a:custGeom>
            <a:avLst/>
            <a:gdLst/>
            <a:ahLst/>
            <a:cxnLst/>
            <a:rect r="r" b="b" t="t" l="l"/>
            <a:pathLst>
              <a:path h="4544626" w="7850231">
                <a:moveTo>
                  <a:pt x="0" y="0"/>
                </a:moveTo>
                <a:lnTo>
                  <a:pt x="7850231" y="0"/>
                </a:lnTo>
                <a:lnTo>
                  <a:pt x="7850231" y="4544626"/>
                </a:lnTo>
                <a:lnTo>
                  <a:pt x="0" y="454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5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69145"/>
            <a:ext cx="7646744" cy="228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5009" y="3748753"/>
            <a:ext cx="7876806" cy="512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Tracking</a:t>
            </a:r>
          </a:p>
          <a:p>
            <a:pPr algn="just">
              <a:lnSpc>
                <a:spcPts val="407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Difficulty maintaining accurate stock information.</a:t>
            </a:r>
          </a:p>
          <a:p>
            <a:pPr algn="just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Stock Visibility</a:t>
            </a:r>
          </a:p>
          <a:p>
            <a:pPr algn="just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 to identify low-stock products quickly.</a:t>
            </a:r>
          </a:p>
          <a:p>
            <a:pPr algn="just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Inventory data becomes harder to manage as products increase.</a:t>
            </a:r>
          </a:p>
          <a:p>
            <a:pPr algn="just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updates can lead to stock inconsistencies.</a:t>
            </a:r>
          </a:p>
          <a:p>
            <a:pPr algn="just" marL="518158" indent="-259079" lvl="1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centralized and secure system is needed.</a:t>
            </a:r>
          </a:p>
          <a:p>
            <a:pPr algn="just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325529" y="-4221121"/>
            <a:ext cx="18729242" cy="1872924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1050095"/>
            <a:ext cx="8186810" cy="81868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43026" y="675130"/>
            <a:ext cx="5927489" cy="8891233"/>
          </a:xfrm>
          <a:custGeom>
            <a:avLst/>
            <a:gdLst/>
            <a:ahLst/>
            <a:cxnLst/>
            <a:rect r="r" b="b" t="t" l="l"/>
            <a:pathLst>
              <a:path h="8891233" w="5927489">
                <a:moveTo>
                  <a:pt x="0" y="0"/>
                </a:moveTo>
                <a:lnTo>
                  <a:pt x="5927489" y="0"/>
                </a:lnTo>
                <a:lnTo>
                  <a:pt x="5927489" y="8891233"/>
                </a:lnTo>
                <a:lnTo>
                  <a:pt x="0" y="8891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069145"/>
            <a:ext cx="7646744" cy="228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727538"/>
            <a:ext cx="6440221" cy="583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1. USER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/ Staff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Login &amp; Authentication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2. APPLICATION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 Frontend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Node.js + Express API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 DATABASE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MongoDB Atlas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Products • Categories • Stock</a:t>
            </a:r>
          </a:p>
          <a:p>
            <a:pPr algn="l">
              <a:lnSpc>
                <a:spcPts val="38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325529" y="-4221121"/>
            <a:ext cx="18729242" cy="1872924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1050095"/>
            <a:ext cx="8186810" cy="81868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539531" y="2201985"/>
            <a:ext cx="7719769" cy="5146513"/>
          </a:xfrm>
          <a:custGeom>
            <a:avLst/>
            <a:gdLst/>
            <a:ahLst/>
            <a:cxnLst/>
            <a:rect r="r" b="b" t="t" l="l"/>
            <a:pathLst>
              <a:path h="5146513" w="7719769">
                <a:moveTo>
                  <a:pt x="0" y="0"/>
                </a:moveTo>
                <a:lnTo>
                  <a:pt x="7719769" y="0"/>
                </a:lnTo>
                <a:lnTo>
                  <a:pt x="7719769" y="5146513"/>
                </a:lnTo>
                <a:lnTo>
                  <a:pt x="0" y="5146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069145"/>
            <a:ext cx="7646744" cy="228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</a:t>
            </a:r>
          </a:p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18141"/>
            <a:ext cx="4588148" cy="604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 + Vite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Web Interface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Node.js + Express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 API &amp; Server Logic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MongoDB Atlas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AUTHENTICATION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JWT + bcrypt</a:t>
            </a:r>
          </a:p>
          <a:p>
            <a:pPr algn="l">
              <a:lnSpc>
                <a:spcPts val="342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325529" y="-4221121"/>
            <a:ext cx="18729242" cy="1872924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1050095"/>
            <a:ext cx="8186810" cy="81868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90679" y="2201985"/>
            <a:ext cx="7768621" cy="5179081"/>
          </a:xfrm>
          <a:custGeom>
            <a:avLst/>
            <a:gdLst/>
            <a:ahLst/>
            <a:cxnLst/>
            <a:rect r="r" b="b" t="t" l="l"/>
            <a:pathLst>
              <a:path h="5179081" w="7768621">
                <a:moveTo>
                  <a:pt x="0" y="0"/>
                </a:moveTo>
                <a:lnTo>
                  <a:pt x="7768621" y="0"/>
                </a:lnTo>
                <a:lnTo>
                  <a:pt x="7768621" y="5179081"/>
                </a:lnTo>
                <a:lnTo>
                  <a:pt x="0" y="517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069145"/>
            <a:ext cx="7646744" cy="228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8451" y="3663361"/>
            <a:ext cx="7819681" cy="604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COLLECTIONS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 Core Collections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COLLECTION OVERVIEW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User — authentication &amp; roles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Category — product classification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Product — inventory details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StockMovement — stock change history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ActivityLog — system activity tracking</a:t>
            </a:r>
          </a:p>
          <a:p>
            <a:pPr algn="l">
              <a:lnSpc>
                <a:spcPts val="342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325529" y="-4221121"/>
            <a:ext cx="18729242" cy="1872924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1050095"/>
            <a:ext cx="8186810" cy="81868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493603" y="723193"/>
            <a:ext cx="5675808" cy="8513712"/>
          </a:xfrm>
          <a:custGeom>
            <a:avLst/>
            <a:gdLst/>
            <a:ahLst/>
            <a:cxnLst/>
            <a:rect r="r" b="b" t="t" l="l"/>
            <a:pathLst>
              <a:path h="8513712" w="5675808">
                <a:moveTo>
                  <a:pt x="0" y="0"/>
                </a:moveTo>
                <a:lnTo>
                  <a:pt x="5675807" y="0"/>
                </a:lnTo>
                <a:lnTo>
                  <a:pt x="5675807" y="8513712"/>
                </a:lnTo>
                <a:lnTo>
                  <a:pt x="0" y="851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0102" y="864571"/>
            <a:ext cx="7942537" cy="228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1504" y="3473049"/>
            <a:ext cx="7345040" cy="561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API LAYER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RESTful APIs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Handles client requests &amp; respo</a:t>
            </a: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nses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JWT Authentication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Role-based access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Routes — API endpoints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Controllers — Business logic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Middleware — Access control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Models — Database operations</a:t>
            </a:r>
          </a:p>
          <a:p>
            <a:pPr algn="l">
              <a:lnSpc>
                <a:spcPts val="342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325529" y="-4221121"/>
            <a:ext cx="18071922" cy="18729242"/>
            <a:chOff x="0" y="0"/>
            <a:chExt cx="784274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4274" cy="812800"/>
            </a:xfrm>
            <a:custGeom>
              <a:avLst/>
              <a:gdLst/>
              <a:ahLst/>
              <a:cxnLst/>
              <a:rect r="r" b="b" t="t" l="l"/>
              <a:pathLst>
                <a:path h="812800" w="784274">
                  <a:moveTo>
                    <a:pt x="392137" y="0"/>
                  </a:moveTo>
                  <a:cubicBezTo>
                    <a:pt x="175566" y="0"/>
                    <a:pt x="0" y="181951"/>
                    <a:pt x="0" y="406400"/>
                  </a:cubicBezTo>
                  <a:cubicBezTo>
                    <a:pt x="0" y="630849"/>
                    <a:pt x="175566" y="812800"/>
                    <a:pt x="392137" y="812800"/>
                  </a:cubicBezTo>
                  <a:cubicBezTo>
                    <a:pt x="608708" y="812800"/>
                    <a:pt x="784274" y="630849"/>
                    <a:pt x="784274" y="406400"/>
                  </a:cubicBezTo>
                  <a:cubicBezTo>
                    <a:pt x="784274" y="181951"/>
                    <a:pt x="608708" y="0"/>
                    <a:pt x="3921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3526" y="38100"/>
              <a:ext cx="637223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1050095"/>
            <a:ext cx="8186810" cy="81868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746393" y="2730828"/>
            <a:ext cx="8700722" cy="4988663"/>
          </a:xfrm>
          <a:custGeom>
            <a:avLst/>
            <a:gdLst/>
            <a:ahLst/>
            <a:cxnLst/>
            <a:rect r="r" b="b" t="t" l="l"/>
            <a:pathLst>
              <a:path h="4988663" w="8700722">
                <a:moveTo>
                  <a:pt x="0" y="0"/>
                </a:moveTo>
                <a:lnTo>
                  <a:pt x="8700722" y="0"/>
                </a:lnTo>
                <a:lnTo>
                  <a:pt x="8700722" y="4988663"/>
                </a:lnTo>
                <a:lnTo>
                  <a:pt x="0" y="4988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8" r="-125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1835" y="665174"/>
            <a:ext cx="7646744" cy="228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</a:t>
            </a:r>
          </a:p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9719" y="3226554"/>
            <a:ext cx="7469437" cy="6472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MANAGEMENT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CRUD &amp; stock updates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LOW-STOCK MONITORING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Automatic low-stock alerts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Category Management — Organize products efficiently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Stock History — Track inventory movements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Activity Logs — Monitor system actions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Role-Based Access — Admin &amp; Staff permissions</a:t>
            </a:r>
          </a:p>
          <a:p>
            <a:pPr algn="l">
              <a:lnSpc>
                <a:spcPts val="342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851385" y="-4139462"/>
            <a:ext cx="18729242" cy="1872924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1050095"/>
            <a:ext cx="8186810" cy="81868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989665" y="1992230"/>
            <a:ext cx="8157827" cy="5307686"/>
          </a:xfrm>
          <a:custGeom>
            <a:avLst/>
            <a:gdLst/>
            <a:ahLst/>
            <a:cxnLst/>
            <a:rect r="r" b="b" t="t" l="l"/>
            <a:pathLst>
              <a:path h="5307686" w="8157827">
                <a:moveTo>
                  <a:pt x="0" y="0"/>
                </a:moveTo>
                <a:lnTo>
                  <a:pt x="8157827" y="0"/>
                </a:lnTo>
                <a:lnTo>
                  <a:pt x="8157827" y="5307686"/>
                </a:lnTo>
                <a:lnTo>
                  <a:pt x="0" y="5307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6151" y="665174"/>
            <a:ext cx="9059816" cy="378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6"/>
              </a:lnSpc>
            </a:pPr>
            <a:r>
              <a:rPr lang="en-US" sz="6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IMPLEMENTATION,</a:t>
            </a:r>
          </a:p>
          <a:p>
            <a:pPr algn="l">
              <a:lnSpc>
                <a:spcPts val="7276"/>
              </a:lnSpc>
            </a:pPr>
            <a:r>
              <a:rPr lang="en-US" sz="6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&amp; DEPLOYMENT</a:t>
            </a:r>
          </a:p>
          <a:p>
            <a:pPr algn="l">
              <a:lnSpc>
                <a:spcPts val="727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52143" y="4463620"/>
            <a:ext cx="7357690" cy="475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INTERFACE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React-b</a:t>
            </a: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ased responsive dashboard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TESTING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 APIs tested using Postman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→ Vercel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→ Render</a:t>
            </a:r>
          </a:p>
          <a:p>
            <a:pPr algn="l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→ MongoDB Atlas</a:t>
            </a:r>
          </a:p>
          <a:p>
            <a:pPr algn="l">
              <a:lnSpc>
                <a:spcPts val="342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88038" y="471399"/>
            <a:ext cx="10161781" cy="9507521"/>
          </a:xfrm>
          <a:custGeom>
            <a:avLst/>
            <a:gdLst/>
            <a:ahLst/>
            <a:cxnLst/>
            <a:rect r="r" b="b" t="t" l="l"/>
            <a:pathLst>
              <a:path h="9507521" w="10161781">
                <a:moveTo>
                  <a:pt x="0" y="0"/>
                </a:moveTo>
                <a:lnTo>
                  <a:pt x="10161781" y="0"/>
                </a:lnTo>
                <a:lnTo>
                  <a:pt x="10161781" y="9507521"/>
                </a:lnTo>
                <a:lnTo>
                  <a:pt x="0" y="950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72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38037" y="952845"/>
            <a:ext cx="10161781" cy="8544629"/>
          </a:xfrm>
          <a:custGeom>
            <a:avLst/>
            <a:gdLst/>
            <a:ahLst/>
            <a:cxnLst/>
            <a:rect r="r" b="b" t="t" l="l"/>
            <a:pathLst>
              <a:path h="8544629" w="10161781">
                <a:moveTo>
                  <a:pt x="0" y="0"/>
                </a:moveTo>
                <a:lnTo>
                  <a:pt x="10161782" y="0"/>
                </a:lnTo>
                <a:lnTo>
                  <a:pt x="10161782" y="8544629"/>
                </a:lnTo>
                <a:lnTo>
                  <a:pt x="0" y="854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4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1050095"/>
            <a:ext cx="8186810" cy="818681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FD8D4">
                    <a:alpha val="100000"/>
                  </a:srgbClr>
                </a:gs>
                <a:gs pos="100000">
                  <a:srgbClr val="45A29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42950" y="4732018"/>
            <a:ext cx="5258655" cy="175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424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Supplier concentration risk</a:t>
            </a:r>
          </a:p>
          <a:p>
            <a:pPr algn="l" marL="690881" indent="-345440" lvl="1">
              <a:lnSpc>
                <a:spcPts val="3424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International shipping volatility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588375"/>
            <a:ext cx="589899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exposure is actively monitored.</a:t>
            </a:r>
          </a:p>
          <a:p>
            <a:pPr algn="l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Mitigation actions are being prepared.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2782" y="3882652"/>
            <a:ext cx="9797203" cy="155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8"/>
              </a:lnSpc>
            </a:pPr>
            <a:r>
              <a:rPr lang="en-US" b="true" sz="10400">
                <a:solidFill>
                  <a:srgbClr val="45A29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151132" y="1997820"/>
            <a:ext cx="6360749" cy="6291359"/>
          </a:xfrm>
          <a:custGeom>
            <a:avLst/>
            <a:gdLst/>
            <a:ahLst/>
            <a:cxnLst/>
            <a:rect r="r" b="b" t="t" l="l"/>
            <a:pathLst>
              <a:path h="6291359" w="6360749">
                <a:moveTo>
                  <a:pt x="0" y="0"/>
                </a:moveTo>
                <a:lnTo>
                  <a:pt x="6360749" y="0"/>
                </a:lnTo>
                <a:lnTo>
                  <a:pt x="6360749" y="6291360"/>
                </a:lnTo>
                <a:lnTo>
                  <a:pt x="0" y="629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DAHWviJU_1I</dc:identifier>
  <dcterms:modified xsi:type="dcterms:W3CDTF">2011-08-01T06:04:30Z</dcterms:modified>
  <cp:revision>1</cp:revision>
  <dc:title>INVENTORY MANAGEMENT SYSTEM</dc:title>
</cp:coreProperties>
</file>